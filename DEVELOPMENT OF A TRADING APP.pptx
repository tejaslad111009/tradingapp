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970" y="796925"/>
            <a:ext cx="10418445" cy="770255"/>
          </a:xfrm>
        </p:spPr>
        <p:txBody>
          <a:bodyPr>
            <a:normAutofit fontScale="90000"/>
          </a:bodyPr>
          <a:p>
            <a:r>
              <a:rPr lang="en-US"/>
              <a:t>DEVELOPMENT OF A TRADING APP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2195" y="1890395"/>
            <a:ext cx="9144000" cy="4556760"/>
          </a:xfrm>
        </p:spPr>
        <p:txBody>
          <a:bodyPr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 Planning and Requirements Gathering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 Design and UX Development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 Backend Development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Frontend Development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APIs and Integration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 Security and Compliance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Testing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Deployment and Maintenance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/>
              <a:t>Finances</a:t>
            </a: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1665"/>
            <a:ext cx="10515600" cy="6073140"/>
          </a:xfrm>
        </p:spPr>
        <p:txBody>
          <a:bodyPr>
            <a:normAutofit fontScale="80000"/>
          </a:bodyPr>
          <a:p>
            <a:pPr marL="0" indent="0">
              <a:buNone/>
            </a:pPr>
            <a:r>
              <a:rPr lang="en-US" altLang="en-US"/>
              <a:t>1. Planning and Requirements Gathering</a:t>
            </a:r>
            <a:endParaRPr lang="en-US" altLang="en-US"/>
          </a:p>
          <a:p>
            <a:pPr lvl="1"/>
            <a:r>
              <a:rPr lang="en-US" altLang="en-US"/>
              <a:t>Define core features (trading, charts, notifications, etc.).</a:t>
            </a:r>
            <a:endParaRPr lang="en-US" altLang="en-US"/>
          </a:p>
          <a:p>
            <a:pPr lvl="1"/>
            <a:r>
              <a:rPr lang="en-US" altLang="en-US"/>
              <a:t>User roles and authentication system.</a:t>
            </a:r>
            <a:endParaRPr lang="en-US" altLang="en-US"/>
          </a:p>
          <a:p>
            <a:pPr lvl="1"/>
            <a:r>
              <a:rPr lang="en-US" altLang="en-US"/>
              <a:t>Regulatory compliance (for financial apps).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Design and UX Development</a:t>
            </a:r>
            <a:endParaRPr lang="en-US" altLang="en-US"/>
          </a:p>
          <a:p>
            <a:pPr lvl="1"/>
            <a:r>
              <a:rPr lang="en-US" altLang="en-US"/>
              <a:t>User-friendly and responsive design.</a:t>
            </a:r>
            <a:endParaRPr lang="en-US" altLang="en-US"/>
          </a:p>
          <a:p>
            <a:pPr lvl="1"/>
            <a:r>
              <a:rPr lang="en-US" altLang="en-US"/>
              <a:t>Ensure the charts are clear and intuitive.</a:t>
            </a:r>
            <a:endParaRPr lang="en-US" altLang="en-US"/>
          </a:p>
          <a:p>
            <a:pPr lvl="1"/>
            <a:r>
              <a:rPr lang="en-US" altLang="en-US"/>
              <a:t>Add dark mode support (visible here).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Backend Development</a:t>
            </a:r>
            <a:endParaRPr lang="en-US" altLang="en-US"/>
          </a:p>
          <a:p>
            <a:pPr lvl="1"/>
            <a:r>
              <a:rPr lang="en-US" altLang="en-US"/>
              <a:t>Integration with a trading platform (e.g., MetaTrader).</a:t>
            </a:r>
            <a:endParaRPr lang="en-US" altLang="en-US"/>
          </a:p>
          <a:p>
            <a:pPr lvl="1"/>
            <a:r>
              <a:rPr lang="en-US" altLang="en-US"/>
              <a:t>Data fetching (market prices, charts, economic news).</a:t>
            </a:r>
            <a:endParaRPr lang="en-US" altLang="en-US"/>
          </a:p>
          <a:p>
            <a:pPr lvl="1"/>
            <a:r>
              <a:rPr lang="en-US" altLang="en-US"/>
              <a:t>Account management (handling multiple accounts).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 Frontend Development</a:t>
            </a:r>
            <a:endParaRPr lang="en-US" altLang="en-US"/>
          </a:p>
          <a:p>
            <a:pPr lvl="1"/>
            <a:r>
              <a:rPr lang="en-US" altLang="en-US"/>
              <a:t>Interactive charts with real-time updates.</a:t>
            </a:r>
            <a:endParaRPr lang="en-US" altLang="en-US"/>
          </a:p>
          <a:p>
            <a:pPr lvl="1"/>
            <a:r>
              <a:rPr lang="en-US" altLang="en-US"/>
              <a:t>Navigation menus and user profile integration.</a:t>
            </a:r>
            <a:endParaRPr lang="en-US" altLang="en-US"/>
          </a:p>
          <a:p>
            <a:pPr lvl="1"/>
            <a:r>
              <a:rPr lang="en-US" altLang="en-US"/>
              <a:t>Push notifications and alerts.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4955"/>
            <a:ext cx="10515600" cy="5902325"/>
          </a:xfrm>
        </p:spPr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/>
              <a:t>5. APIs and Integration</a:t>
            </a:r>
            <a:endParaRPr lang="en-US" altLang="en-US"/>
          </a:p>
          <a:p>
            <a:pPr lvl="1"/>
            <a:r>
              <a:rPr lang="en-US" altLang="en-US"/>
              <a:t>Use APIs to fetch financial data (like MetaQuotes API).</a:t>
            </a:r>
            <a:endParaRPr lang="en-US" altLang="en-US"/>
          </a:p>
          <a:p>
            <a:pPr lvl="1"/>
            <a:r>
              <a:rPr lang="en-US" altLang="en-US"/>
              <a:t>Email and notification systems.</a:t>
            </a:r>
            <a:endParaRPr lang="en-US" altLang="en-US"/>
          </a:p>
          <a:p>
            <a:pPr lvl="1"/>
            <a:r>
              <a:rPr lang="en-US" altLang="en-US"/>
              <a:t>Implement ads and monetization options.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6. Security and Compliance</a:t>
            </a:r>
            <a:endParaRPr lang="en-US" altLang="en-US"/>
          </a:p>
          <a:p>
            <a:pPr lvl="1"/>
            <a:r>
              <a:rPr lang="en-US" altLang="en-US"/>
              <a:t>Secure user data with encryption.</a:t>
            </a:r>
            <a:endParaRPr lang="en-US" altLang="en-US"/>
          </a:p>
          <a:p>
            <a:pPr lvl="1"/>
            <a:r>
              <a:rPr lang="en-US" altLang="en-US"/>
              <a:t>Multi-factor authentication.</a:t>
            </a:r>
            <a:endParaRPr lang="en-US" altLang="en-US"/>
          </a:p>
          <a:p>
            <a:pPr lvl="1"/>
            <a:r>
              <a:rPr lang="en-US" altLang="en-US"/>
              <a:t>Meet regional financial app regulations.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7. Testing</a:t>
            </a:r>
            <a:endParaRPr lang="en-US" altLang="en-US"/>
          </a:p>
          <a:p>
            <a:pPr lvl="1"/>
            <a:r>
              <a:rPr lang="en-US" altLang="en-US"/>
              <a:t>Functional, performance, and security testing.</a:t>
            </a:r>
            <a:endParaRPr lang="en-US" altLang="en-US"/>
          </a:p>
          <a:p>
            <a:pPr lvl="1"/>
            <a:r>
              <a:rPr lang="en-US" altLang="en-US"/>
              <a:t>Simulate trading scenarios for real-time validation.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8. Deployment and Maintenance</a:t>
            </a:r>
            <a:endParaRPr lang="en-US" altLang="en-US"/>
          </a:p>
          <a:p>
            <a:pPr lvl="1"/>
            <a:r>
              <a:rPr lang="en-US" altLang="en-US"/>
              <a:t>Deploy on Play Store and App Store.</a:t>
            </a:r>
            <a:endParaRPr lang="en-US" altLang="en-US"/>
          </a:p>
          <a:p>
            <a:pPr lvl="1"/>
            <a:r>
              <a:rPr lang="en-US" altLang="en-US"/>
              <a:t>Regular updates for new features or patches.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2" name="Content Placeholder 21"/>
          <p:cNvGraphicFramePr/>
          <p:nvPr>
            <p:ph idx="1"/>
            <p:custDataLst>
              <p:tags r:id="rId1"/>
            </p:custDataLst>
          </p:nvPr>
        </p:nvGraphicFramePr>
        <p:xfrm>
          <a:off x="838200" y="362585"/>
          <a:ext cx="10515600" cy="6132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1475">
                <a:tc>
                  <a:txBody>
                    <a:bodyPr/>
                    <a:p>
                      <a:r>
                        <a:rPr sz="1800"/>
                        <a:t>Category</a:t>
                      </a:r>
                      <a:endParaRPr sz="18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Estimated Cost</a:t>
                      </a: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 indent="0" algn="l">
                        <a:buFont typeface="Arial" panose="020B0604020202020204" pitchFamily="34" charset="0"/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Planning and Requirements Gathering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Design and UX Development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Backend Development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Frontend Development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APIs and Integration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 Security and Compliance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Testing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5022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Deployment and Maintenance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400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>
                          <a:sym typeface="+mn-ea"/>
                        </a:rPr>
                        <a:t>Finances</a:t>
                      </a:r>
                      <a:endParaRPr lang="en-US" altLang="en-US" sz="1800"/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28*462"/>
  <p:tag name="TABLE_ENDDRAG_RECT" val="66*29*828*46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1554</Words>
  <Application>WPS Presentation</Application>
  <PresentationFormat>Widescreen</PresentationFormat>
  <Paragraphs>78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DEVELOPMENT OF A TRADING APP</dc:title>
  <dc:creator>az</dc:creator>
  <cp:lastModifiedBy>az</cp:lastModifiedBy>
  <cp:revision>3</cp:revision>
  <dcterms:created xsi:type="dcterms:W3CDTF">2024-12-31T09:42:06Z</dcterms:created>
  <dcterms:modified xsi:type="dcterms:W3CDTF">2024-12-31T10:17:44Z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BF5DA2D760824F95B1AD81FE5CA7BCD3_13</vt:lpwstr>
  </property>
  <property fmtid="{D5CDD505-2E9C-101B-9397-08002B2CF9AE}" pid="3" name="KSOProductBuildVer">
    <vt:lpwstr>1033-12.2.0.19307</vt:lpwstr>
  </property>
</Properties>
</file>